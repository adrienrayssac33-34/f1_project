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7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64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des KPI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3 —  API Formule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KPIs définis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060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Axes d'analyse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0916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KPIs prioritaires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1228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Tables sources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🏎️  Performance Pilotes  —  6 KPIs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🏭  Performance Écuries  —  5 KPIs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⏱️  Pit Stops &amp; Stratégie  —  5 KPIs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⚡  Qualifications  —  4 KPIs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41696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🌍  Circuits &amp; Géographie  —  3 KPIs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517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📈  Tendances &amp; Historique  —  4 KPIs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98348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● Prioritaire  ○ Important  ○ Optionnel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🏎️  Performance Pilotes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Points par course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SUM(points) / COUNT(rounds)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1938528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11480" y="1938528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Taux de victoire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victoires / courses × 100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Jauge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2560320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11480" y="2560320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Taux de podium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podiums / courses × 100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Jauge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182112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11480" y="3182112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11480" y="374904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31821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" y="3182112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Positions gagnées en course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21408" y="3236976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19456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grille_depart − position finale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65776" y="3182112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19088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Scatter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437083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57200" y="3803904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" y="3803904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Score qualif moyen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121408" y="3858768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219456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AVG(best_quali_sec) par pilote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65776" y="3803904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19088" y="3803904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comparatif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1480" y="499262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57200" y="442569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9808" y="442569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Taux de finition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121408" y="448056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2194560" y="4517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 finies / courses disputées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65776" y="442569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19088" y="442569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Stacked bar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2/8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Performance Écuries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Points constructeurs / saison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SUM(points) GROUP BY constructor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classements_ecuries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Ratio points par pilote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pts_ecurie / nb_pilotes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Position moyenne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AVG(position) GROUP BY constructor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chart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74904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7200" y="31821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" y="3182112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Fiabilité mécanique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21408" y="3236976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19456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abandons_méca / courses × 100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65776" y="3182112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19088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Pie 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37083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7200" y="3803904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" y="3803904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Double podium (2 pilotes top3)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21408" y="3858768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19456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COUNT(rounds où 2 pilotes top3)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065776" y="3803904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19088" y="3803904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Tableau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3/8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Pit Stops &amp; Stratégie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Durée moyenne pit stop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AVG(duree_sec) par ecurie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comparatif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1938528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11480" y="1938528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Meilleur pit stop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MIN(duree_sec) par ecurie/saison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KPI 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Nb arrêts moyen par course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AVG(arret_n) par driver par course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chart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74904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31821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" y="3182112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Tour d'arrêt optimal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21408" y="3236976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19456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 tours arrêt vs résultat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65776" y="3182112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pit_stops+resultats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19088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Box plot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437083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57200" y="3803904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" y="3803904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Évolution temps pit stops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121408" y="3858768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19456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AVG(duree_sec) GROUP BY saison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65776" y="3803904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19088" y="3803904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4/8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Qualifications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Pole positions par saison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COUNT(position=1) par driver, saison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chart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1938528"/>
            <a:ext cx="8321040" cy="56692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11480" y="1938528"/>
            <a:ext cx="45720" cy="56692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Conversion pole → victoire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victoires depuis pole / poles total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qualifs+resultats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KPI card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Gap Q3 au poleman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best_quali_sec − MIN(best_quali_sec)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Heatmap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74904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31821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" y="3182112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Progression Q1→Q2→Q3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21408" y="3236976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19456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Amélioration de temps par session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65776" y="3182112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19088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Waterfall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5/8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Circuits &amp; Géographie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10600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Victoires par pays / circuit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COUNT(victoires) GROUP BY pays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resultats+circuits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Carte Mapbox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Spécialistes de circuit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pilote avec MAX victoires / circuit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Tableau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Altitude vs temps de course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Corrélation altitude / durée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circuits+resultats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Scatter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6/8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Tendances &amp; Historique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512064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585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NOM DU KPI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0058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FORMULE / CALCUL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TABLE 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2252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566928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316736"/>
            <a:ext cx="45720" cy="56692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1316736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1316736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Domination écurie par saison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21408" y="1371600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194560" y="1408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victoires par ecurie / saison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1316736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1316736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Stacked bar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50545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1938528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1938528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Évolution points max champion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21408" y="1993392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1945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points champion par saison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65776" y="1938528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classements_pilotes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1938528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Line 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25603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Nationalités dominantes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21408" y="2615184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victoires GROUP BY nationalite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657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resultats+pilotes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190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Bar / Carte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74904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7200" y="3182112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" y="3182112"/>
            <a:ext cx="1335024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</a:rPr>
              <a:t>Records de victoires consec.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21408" y="3236976"/>
            <a:ext cx="2889504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19456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Streak de victoires par pilote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65776" y="3182112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19088" y="3182112"/>
            <a:ext cx="2240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</a:rPr>
              <a:t>Timeline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7/8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106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de priorisation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KPIs retenus pour le dashboard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8229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43584"/>
            <a:ext cx="8229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243584"/>
            <a:ext cx="26517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1243584"/>
            <a:ext cx="26517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8016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86200" y="1243584"/>
            <a:ext cx="109728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1243584"/>
            <a:ext cx="109728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931920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243584"/>
            <a:ext cx="155448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Visuel Streamlit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243584"/>
            <a:ext cx="155448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0" y="1261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Visuel Streamlit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243584"/>
            <a:ext cx="15087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Source(s)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1243584"/>
            <a:ext cx="15087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583680" y="12618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Source(s)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1243584"/>
            <a:ext cx="77724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Complexité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243584"/>
            <a:ext cx="77724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092440" y="12618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Complexité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1591056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48056" y="1627632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71016" y="1627632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Points cumulés pilotes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22776" y="1627632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Pilotes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0056" y="1627632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Line chart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74536" y="1627632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83296" y="1627632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1824228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48056" y="1860804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71016" y="1860804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Taux victoire / podium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22776" y="1860804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Pilotes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0056" y="1860804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Jauge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74536" y="1860804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83296" y="1860804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057400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48056" y="2093976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71016" y="2093976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Positions gagnées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922776" y="2093976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Pilotes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0056" y="2093976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Scatter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74536" y="2093976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83296" y="2093976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Moyen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" y="2290572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48056" y="2327148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71016" y="2327148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Points constructeurs / saison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22776" y="2327148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Écuries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0056" y="2327148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Stacked bar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74536" y="2327148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classements_ecuries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83296" y="2327148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" y="2523744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48056" y="2560320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71016" y="2560320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Durée moyenne pit stop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922776" y="2560320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 Stops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020056" y="2560320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Bar comparatif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74536" y="2560320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83296" y="2560320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2756916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48056" y="2793492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271016" y="2793492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Meilleur pit stop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922776" y="2793492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 Stops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20056" y="2793492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KPI card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74536" y="2793492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pit_stops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083296" y="2793492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11480" y="2990088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48056" y="3026664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271016" y="3026664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Pole positions par saison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922776" y="3026664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020056" y="3026664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Bar chart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74536" y="3026664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083296" y="3026664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11480" y="3223260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448056" y="3259836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71016" y="3259836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Conversion pole → victoire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922776" y="3259836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020056" y="3259836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KPI card 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574536" y="3259836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qualifs + resultats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083296" y="3259836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Moyen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3456432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448056" y="3493008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271016" y="3493008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Victoires par pays (carte)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922776" y="3493008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Circuits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020056" y="3493008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Scatter Mapbox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574536" y="3493008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circuits + resultats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083296" y="3493008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Moyen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3689604"/>
            <a:ext cx="8321040" cy="210312"/>
          </a:xfrm>
          <a:prstGeom prst="rect">
            <a:avLst/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448056" y="3726180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0600"/>
                </a:solidFill>
              </a:rPr>
              <a:t>Prioritaire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271016" y="3726180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Domination écurie par saison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922776" y="3726180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Tendances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020056" y="3726180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Stacked bar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574536" y="3726180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083296" y="3726180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Simple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11480" y="3922776"/>
            <a:ext cx="8321040" cy="21031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48056" y="3959352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Important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271016" y="3959352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Fiabilité mécanique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3922776" y="3959352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Écuries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020056" y="3959352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Pie / donut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574536" y="3959352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083296" y="3959352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Moyen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11480" y="4155948"/>
            <a:ext cx="8321040" cy="21031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Text 100"/>
          <p:cNvSpPr/>
          <p:nvPr/>
        </p:nvSpPr>
        <p:spPr>
          <a:xfrm>
            <a:off x="448056" y="4192524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Important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271016" y="4192524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Heatmap position par round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3922776" y="4192524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Pilotes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5020056" y="4192524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Heatmap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574536" y="4192524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resultats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8083296" y="4192524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Moyen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11480" y="4389120"/>
            <a:ext cx="8321040" cy="21031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448056" y="4425696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</a:rPr>
              <a:t>Important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271016" y="4425696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Gap Q3 au poleman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3922776" y="4425696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020056" y="4425696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Heatmap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6574536" y="4425696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qualifications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8083296" y="4425696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0600"/>
                </a:solidFill>
              </a:rPr>
              <a:t>Avancé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11480" y="4622292"/>
            <a:ext cx="832104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448056" y="4658868"/>
            <a:ext cx="7498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Optionnel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271016" y="4658868"/>
            <a:ext cx="2578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Tour d'arrêt optimal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3922776" y="4658868"/>
            <a:ext cx="10241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 Stops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020056" y="4658868"/>
            <a:ext cx="148132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Box plot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6574536" y="4658868"/>
            <a:ext cx="143560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pit_stops+resultats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083296" y="4658868"/>
            <a:ext cx="704088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0600"/>
                </a:solidFill>
              </a:rPr>
              <a:t>Avancé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11480" y="4882896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411480" y="49194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Complexité :  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1645920" y="49194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</a:rPr>
              <a:t>●  Simple — 1 agrégation SQL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4206240" y="49194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960C"/>
                </a:solidFill>
              </a:rPr>
              <a:t>●  Moyen — JOIN + logique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6766560" y="49194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10600"/>
                </a:solidFill>
              </a:rPr>
              <a:t>●  Avancé — Calcul séquentiel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8" name="Text 126"/>
          <p:cNvSpPr/>
          <p:nvPr/>
        </p:nvSpPr>
        <p:spPr>
          <a:xfrm>
            <a:off x="411480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Slide 8/8  ·  Wild Code School — Projet 3 F1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858</Words>
  <Application>Microsoft Office PowerPoint</Application>
  <PresentationFormat>Affichage à l'écran (16:9)</PresentationFormat>
  <Paragraphs>317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Catalogue KPI — F1 (version épurée)</dc:title>
  <dc:subject>PptxGenJS Presentation</dc:subject>
  <dc:creator>PptxGenJS</dc:creator>
  <cp:lastModifiedBy>Adrien Rayssac</cp:lastModifiedBy>
  <cp:revision>2</cp:revision>
  <dcterms:created xsi:type="dcterms:W3CDTF">2026-03-10T15:43:21Z</dcterms:created>
  <dcterms:modified xsi:type="dcterms:W3CDTF">2026-03-11T14:03:00Z</dcterms:modified>
</cp:coreProperties>
</file>