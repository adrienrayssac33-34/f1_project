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7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029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Wild Code School — Projet 3  ·  Phase 1b : Web Scraping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92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1b — SCRAPING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</a:rPr>
              <a:t>Formule 1 — Stratégie &amp; Sources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2011680" cy="877824"/>
          </a:xfrm>
          <a:prstGeom prst="rect">
            <a:avLst/>
          </a:prstGeom>
          <a:solidFill>
            <a:srgbClr val="F5F5F5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11480" y="2450592"/>
            <a:ext cx="2011680" cy="5486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</a:rPr>
              <a:t>Wikipedia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Données encyclopédiques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87752" y="2450592"/>
            <a:ext cx="2011680" cy="877824"/>
          </a:xfrm>
          <a:prstGeom prst="rect">
            <a:avLst/>
          </a:prstGeom>
          <a:solidFill>
            <a:srgbClr val="F5F5F5"/>
          </a:solidFill>
          <a:ln w="12700">
            <a:solidFill>
              <a:srgbClr val="E10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587752" y="2450592"/>
            <a:ext cx="2011680" cy="548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587752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10600"/>
                </a:solidFill>
              </a:rPr>
              <a:t>Formula1.com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87752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Standings officiels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64024" y="2450592"/>
            <a:ext cx="2011680" cy="877824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64024" y="2450592"/>
            <a:ext cx="2011680" cy="5486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64024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</a:rPr>
              <a:t>Motorsport.com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4024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Actualités récentes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0296" y="2450592"/>
            <a:ext cx="2011680" cy="877824"/>
          </a:xfrm>
          <a:prstGeom prst="rect">
            <a:avLst/>
          </a:prstGeom>
          <a:solidFill>
            <a:srgbClr val="F5F5F5"/>
          </a:solidFill>
          <a:ln w="12700">
            <a:solidFill>
              <a:srgbClr val="C896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940296" y="2450592"/>
            <a:ext cx="2011680" cy="54864"/>
          </a:xfrm>
          <a:prstGeom prst="rect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940296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0C"/>
                </a:solidFill>
              </a:rPr>
              <a:t>StatsF1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0296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Stats avancées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49300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11480" y="35844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11480" y="4133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Sources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87752" y="35844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2587752" y="4133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Pilotes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64024" y="35844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764024" y="4133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Circuits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0296" y="35844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940296" y="4133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Articles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2/7  ·  Wild Code School — Projet 3  ·  Phase 1b : Web Scraping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 : API vs Scraping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Complémentarité des sources — chaque outil pour ce qu'il fait le mieux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3931920" cy="310896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VIA API  (Ergast + OpenF1)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3931920" cy="310896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00600" y="12618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🕷️  VIA SCRAPING  (Wikipedia + autres)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393192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11480" y="1664208"/>
            <a:ext cx="4572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17373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7465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Résultats de courses (1950–2025)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066544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11480" y="2066544"/>
            <a:ext cx="4572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13969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14884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Classements pilotes &amp; constructeurs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468880"/>
            <a:ext cx="393192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11480" y="2468880"/>
            <a:ext cx="4572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254203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55117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Temps de qualifications (Q1/Q2/Q3)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2871216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11480" y="2871216"/>
            <a:ext cx="4572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" y="29443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953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Durées de pit stops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273552"/>
            <a:ext cx="393192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11480" y="3273552"/>
            <a:ext cx="4572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02920" y="33467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3355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Positions GPS en temps réel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3675888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11480" y="3675888"/>
            <a:ext cx="4572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02920" y="374904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7581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Météo des sessions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078224"/>
            <a:ext cx="393192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11480" y="4078224"/>
            <a:ext cx="4572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02920" y="415137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" y="41605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Vitesses &amp; données télémétriques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4480560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11480" y="4480560"/>
            <a:ext cx="4572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02920" y="455371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56285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Radio pilotes (OpenF1)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1664208"/>
            <a:ext cx="393192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800600" y="1664208"/>
            <a:ext cx="45720" cy="34747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892040" y="17373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🕷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1746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Champions du monde (all-time)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62672" y="17465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</a:rPr>
              <a:t>Wikipedia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00600" y="2066544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4800600" y="2066544"/>
            <a:ext cx="45720" cy="34747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892040" y="213969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🕷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66360" y="2148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Fiches biographiques pilotes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662672" y="21488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</a:rPr>
              <a:t>Wikipedia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00600" y="2468880"/>
            <a:ext cx="393192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4800600" y="2468880"/>
            <a:ext cx="45720" cy="34747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892040" y="254203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🕷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66360" y="25511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Records F1 historiques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662672" y="25511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</a:rPr>
              <a:t>Wikipedia (EN)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00600" y="2871216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800600" y="2871216"/>
            <a:ext cx="45720" cy="34747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892040" y="29443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🕷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166360" y="29535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Longueur circuits, nb virages, type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662672" y="295351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</a:rPr>
              <a:t>Wikipedia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00600" y="3273552"/>
            <a:ext cx="393192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4800600" y="3273552"/>
            <a:ext cx="45720" cy="34747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4892040" y="33467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🕷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166360" y="3355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Standings saison officielle 2025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662672" y="33558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</a:rPr>
              <a:t>Formula1.com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800600" y="3675888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4800600" y="3675888"/>
            <a:ext cx="45720" cy="34747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4892040" y="374904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🕷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166360" y="37581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Actualités &amp; news récentes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662672" y="375818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</a:rPr>
              <a:t>Motorsport.com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00600" y="4078224"/>
            <a:ext cx="393192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4800600" y="4078224"/>
            <a:ext cx="45720" cy="34747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4892040" y="415137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🕷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166360" y="4160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Caractéristiques techniques écuries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7662672" y="41605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</a:rPr>
              <a:t>Multiple sources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800600" y="4480560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4800600" y="4480560"/>
            <a:ext cx="45720" cy="34747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4892040" y="455371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🕷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166360" y="45628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Calendrier saison avec statuts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7662672" y="456285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</a:rPr>
              <a:t>Wikipedia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206240" y="2834640"/>
            <a:ext cx="731520" cy="475488"/>
          </a:xfrm>
          <a:prstGeom prst="rect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4206240" y="2834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JOIN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3/7  ·  Wild Code School — Projet 3  ·  Phase 1b : Web Scraping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scraper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Stack technique et bonnes pratiques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 TECHNIQUE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27632"/>
            <a:ext cx="39319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45720" cy="38404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12064" y="1700784"/>
            <a:ext cx="1261872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66928" y="17190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47088" y="171907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Requêtes HTTP standards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066544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11480" y="2066544"/>
            <a:ext cx="457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12064" y="2139696"/>
            <a:ext cx="1261872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66928" y="21579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BeautifulSoup4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47088" y="215798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Parsing HTML (lxml parser)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505456"/>
            <a:ext cx="39319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11480" y="2505456"/>
            <a:ext cx="457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12064" y="2578608"/>
            <a:ext cx="1261872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66928" y="25968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lxml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47088" y="259689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Parser HTML/XML rapide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44368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11480" y="2944368"/>
            <a:ext cx="45720" cy="38404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12064" y="3017520"/>
            <a:ext cx="1261872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66928" y="30358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cloudscraper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47088" y="30358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Contournement Cloudflare / bot check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383280"/>
            <a:ext cx="39319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11480" y="3383280"/>
            <a:ext cx="45720" cy="38404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12064" y="3456432"/>
            <a:ext cx="1261872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66928" y="34747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847088" y="34747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Structuration en DataFrame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822192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11480" y="3822192"/>
            <a:ext cx="45720" cy="384048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512064" y="3895344"/>
            <a:ext cx="1261872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66928" y="391363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47088" y="391363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Regex pour extraction de données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261104"/>
            <a:ext cx="39319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11480" y="4261104"/>
            <a:ext cx="45720" cy="384048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512064" y="4334256"/>
            <a:ext cx="1261872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66928" y="43525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/ random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847088" y="435254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Délais polis entre requêtes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EXTRAIT CODE — get_soup()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1627632"/>
            <a:ext cx="3931920" cy="2743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846320" y="1700784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66360" y="1700784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get_soup(url, use_cloudscraper=False):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46320" y="1900123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66360" y="1900123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use_cloudscraper: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46320" y="2099462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66360" y="2099462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scraper = cloudscraper.create_scraper(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46320" y="2298802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66360" y="2298802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browser={"browser":"chrome",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846320" y="2498141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66360" y="2498141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"platform":"windows"}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46320" y="2697480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66360" y="2697480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46320" y="2896819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66360" y="2896819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scraper.get(url, timeout=15)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46320" y="309615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166360" y="3096158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846320" y="329549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166360" y="3295498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 = requests.Session()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846320" y="3494837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66360" y="3494837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session.headers.update(HEADERS)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846320" y="3694176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166360" y="3694176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session.get(url, timeout=15)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846320" y="3893515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166360" y="3893515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r.raise_for_status()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846320" y="4092854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66360" y="4092854"/>
            <a:ext cx="3493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BeautifulSoup(r.text, "lxml")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00600" y="4224528"/>
            <a:ext cx="3931920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4800600" y="42245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BONNES PRATIQUES ÉTHIQUES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892040" y="4517136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⏳  Délai aléatoire 1.5–3.5s entre requêtes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892040" y="4625035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🤖  Vérifier robots.txt avant de scraper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892040" y="4732934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🧢  Headers User-Agent réaliste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892040" y="4840834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💾  Sauvegarder chaque résultat immédiatement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4/7  ·  Wild Code School — Projet 3  ·  Phase 1b : Web Scraping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1 — Wikipedia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Données encyclopédiques · Pas de protection anti-bot · Idéal pour données de référence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NOM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81328" y="12618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URL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82112" y="126187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DONNÉES COLLECTÉES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42432" y="126187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MÉTHODE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62672" y="1261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DIFFICULTÉ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49961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11480" y="1572768"/>
            <a:ext cx="832104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572768"/>
            <a:ext cx="45720" cy="60350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17007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Champions du Monde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81328" y="1636776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536192" y="166420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fr.wikipedia.org/wiki/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Championnat_du_monde_de_F1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18688" y="16642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Année · Pilote champion · Écurie · Nationalité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79008" y="166420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table.wikitable → th/td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62672" y="175564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🟢 Facile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231136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11480" y="2231136"/>
            <a:ext cx="45720" cy="60350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12064" y="23591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Fiches Pilotes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81328" y="2295144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536192" y="232257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fr.wikipedia.org/wiki/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[Nom_Pilote]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18688" y="2322576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Championnats · Victoires · Podiums · Poles · Date naissance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79008" y="2322576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Infobox → th/td dans table.infobox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662672" y="241401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🟢 Facile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889504"/>
            <a:ext cx="832104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11480" y="2889504"/>
            <a:ext cx="45720" cy="60350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12064" y="3017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Circuits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81328" y="2953512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536192" y="298094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fr.wikipedia.org/wiki/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Circuit_de_Monaco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18688" y="298094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Longueur km · Nb virages · Type · Premier GP · Record tour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79008" y="298094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Infobox → regex pour extraire les chiffres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62672" y="307238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60C"/>
                </a:solidFill>
              </a:rPr>
              <a:t>🟡 Moyen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3547872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11480" y="3547872"/>
            <a:ext cx="45720" cy="60350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12064" y="3675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Records All-Time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481328" y="3611880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536192" y="363931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en.wikipedia.org/wiki/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List_of_F1_driver_records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218688" y="363931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Catégorie · Détenteur · Valeur · Année · Écurie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79008" y="3639312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Multiples wikitable → h2/h3 + next table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662672" y="373075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60C"/>
                </a:solidFill>
              </a:rPr>
              <a:t>🟡 Moyen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4206240"/>
            <a:ext cx="832104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11480" y="4206240"/>
            <a:ext cx="45720" cy="60350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12064" y="43342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Calendrier saison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481328" y="4270248"/>
            <a:ext cx="16459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536192" y="429768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fr.wikipedia.org/wiki/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Championnat_..._2025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218688" y="429768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Round · Grand Prix · Circuit · Date · Statut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79008" y="429768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wikitable avec header 'Grand Prix'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662672" y="438912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🟢 Facile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5/7  ·  Wild Code School — Projet 3  ·  Phase 1b : Web Scraping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2 &amp; 3 — Formula1.com · Motorsport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Sites protégés — nécessitent cloudscraper pour contourner les protections anti-bot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🏎️  FORMULA1.COM — Standings officiels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27632"/>
            <a:ext cx="3931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45720" cy="45720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30352" y="16642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Classement pilotes 2025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54096" y="166420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0600"/>
                </a:solidFill>
              </a:rPr>
              <a:t>🔴 Cloudflare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1892808"/>
            <a:ext cx="3730752" cy="1645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85216" y="1901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formula1.com/en/results/2025/drivers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213969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11480" y="2139696"/>
            <a:ext cx="45720" cy="45720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30352" y="21762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Classement constructeurs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54096" y="217627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0600"/>
                </a:solidFill>
              </a:rPr>
              <a:t>🔴 Cloudflare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" y="2404872"/>
            <a:ext cx="3730752" cy="1645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85216" y="24140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formula1.com/en/results/2025/team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2651760"/>
            <a:ext cx="3931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11480" y="2651760"/>
            <a:ext cx="45720" cy="45720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30352" y="26883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Résultat GP officiel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54096" y="268833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0600"/>
                </a:solidFill>
              </a:rPr>
              <a:t>🔴 Cloudflare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" y="2916936"/>
            <a:ext cx="3730752" cy="1645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85216" y="29260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formula1.com/en/racing/2025/[gp]/race-result.html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" y="316382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11480" y="3163824"/>
            <a:ext cx="45720" cy="45720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30352" y="3200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Profil officiel pilote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54096" y="320040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0600"/>
                </a:solidFill>
              </a:rPr>
              <a:t>🔴 Cloudflare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" y="3429000"/>
            <a:ext cx="3730752" cy="1645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85216" y="343814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formula1.com/en/drivers/[nom]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1480" y="3730752"/>
            <a:ext cx="393192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30352" y="3767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</a:rPr>
              <a:t>⚠️  Nécessite cloudscraper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0352" y="4005072"/>
            <a:ext cx="3566160" cy="20116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85216" y="40142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cloudscraper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📰  MOTORSPORT.COM — Actualités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1627632"/>
            <a:ext cx="3931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800600" y="1627632"/>
            <a:ext cx="45720" cy="4572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919472" y="1664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Flux actualités F1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242048" y="1664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960C"/>
                </a:solidFill>
              </a:rPr>
              <a:t>🟡 Moyen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19472" y="1892808"/>
            <a:ext cx="3730752" cy="1645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974336" y="1901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motorsport.com/f1/news/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00600" y="213969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800600" y="2139696"/>
            <a:ext cx="45720" cy="4572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919472" y="2176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Résultats récents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242048" y="217627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960C"/>
                </a:solidFill>
              </a:rPr>
              <a:t>🟡 Moyen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19472" y="2404872"/>
            <a:ext cx="3730752" cy="1645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974336" y="24140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motorsport.com/f1/results/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800600" y="2651760"/>
            <a:ext cx="3931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4800600" y="2651760"/>
            <a:ext cx="45720" cy="4572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919472" y="26883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Calendrier &amp; horaires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242048" y="268833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7D32"/>
                </a:solidFill>
              </a:rPr>
              <a:t>🟢 Accessible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19472" y="2916936"/>
            <a:ext cx="3730752" cy="1645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974336" y="29260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motorsport.com/f1/schedule/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800600" y="316382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4800600" y="3163824"/>
            <a:ext cx="45720" cy="4572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919472" y="3200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Profils pilotes &amp; stats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242048" y="320040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960C"/>
                </a:solidFill>
              </a:rPr>
              <a:t>🟡 Moyen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919472" y="3429000"/>
            <a:ext cx="3730752" cy="1645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4974336" y="343814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motorsport.com/f1/driver/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800600" y="3730752"/>
            <a:ext cx="393192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919472" y="3767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</a:rPr>
              <a:t>📦  Données récupérées :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919472" y="3995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Titre  ·  Date  ·  Résumé  ·  URL article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11480" y="437083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411480" y="4425696"/>
            <a:ext cx="832104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548640" y="44531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📋  Toujours vérifier robots.txt avant de scraper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48640" y="466344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Ex : https://www.formula1.com/robots.txt  →  Repérer les répertoires Allow / Disallow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6/7  ·  Wild Code School — Projet 3  ·  Phase 1b : Web Scraping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complet — API + Scraping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11480" y="969264"/>
            <a:ext cx="2743200" cy="1901952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969264"/>
            <a:ext cx="274320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4632" y="96926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🔌  ERGAST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Données historiques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627632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57784" y="164592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resultats.csv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1883664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57784" y="190195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qualifications.csv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139696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57784" y="215798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pilotes.csv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57784" y="241401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circuits.csv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2651760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57784" y="267004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pit_stops.csv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54680" y="17373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355848" y="969264"/>
            <a:ext cx="2743200" cy="1901952"/>
          </a:xfrm>
          <a:prstGeom prst="rect">
            <a:avLst/>
          </a:prstGeom>
          <a:solidFill>
            <a:srgbClr val="F5F5F5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355848" y="969264"/>
            <a:ext cx="274320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429000" y="96926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OPENF1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47288" y="1371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Temps réel 2023–2025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47288" y="1627632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502152" y="164592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sessions.csv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47288" y="1883664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502152" y="190195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tours.csv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47288" y="2139696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502152" y="215798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meteo.csv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47288" y="2395728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502152" y="241401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positions.csv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99048" y="17373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300216" y="969264"/>
            <a:ext cx="2743200" cy="1901952"/>
          </a:xfrm>
          <a:prstGeom prst="rect">
            <a:avLst/>
          </a:prstGeom>
          <a:solidFill>
            <a:srgbClr val="F5F5F5"/>
          </a:solidFill>
          <a:ln w="12700">
            <a:solidFill>
              <a:srgbClr val="E10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300216" y="969264"/>
            <a:ext cx="2743200" cy="34747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373368" y="96926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🕷️  WEB SCRAPING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91656" y="1371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0600"/>
                </a:solidFill>
              </a:rPr>
              <a:t>Enrichissement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91656" y="1627632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446520" y="164592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champions_wiki.csv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91656" y="1883664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446520" y="190195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pilotes_wiki.csv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91656" y="2139696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446520" y="215798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circuits_wiki.csv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91656" y="2395728"/>
            <a:ext cx="256032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446520" y="241401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records_wiki.csv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2962656"/>
            <a:ext cx="8321040" cy="32918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02920" y="2980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▼  data/raw/  →  02_nettoyage.py  →  data/clean/  →  03_etl_bdd.py  →  PostgreSQL  →  Dashboard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11480" y="3364992"/>
            <a:ext cx="8321040" cy="274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11480" y="3364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CORRESPONDANCE CSV  →  TABLE POSTGRESQL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1480" y="3694176"/>
            <a:ext cx="8321040" cy="219456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30352" y="3721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pilotes.csv + pilotes_wiki.csv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224528" y="37216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60C"/>
                </a:solidFill>
              </a:rPr>
              <a:t>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35424" y="37216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10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pilotes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760720" y="3721608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Fusion sur driver_id / nom_complet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11480" y="3941064"/>
            <a:ext cx="83210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530352" y="39684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circuits.csv + circuits_wiki_details.csv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224528" y="39684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60C"/>
                </a:solidFill>
              </a:rPr>
              <a:t>→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35424" y="39684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10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760720" y="3968496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Fusion sur circuit_id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1480" y="4187952"/>
            <a:ext cx="8321040" cy="219456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30352" y="42153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champions_wiki.csv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224528" y="42153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60C"/>
                </a:solidFill>
              </a:rPr>
              <a:t>→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535424" y="42153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10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champions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760720" y="4215384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Table dédiée (nouvelle)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11480" y="4434840"/>
            <a:ext cx="83210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530352" y="44622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records_wiki.csv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224528" y="44622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60C"/>
                </a:solidFill>
              </a:rPr>
              <a:t>→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35424" y="44622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10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records_f1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760720" y="446227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Table dédiée (nouvelle)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11480" y="4681728"/>
            <a:ext cx="8321040" cy="219456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530352" y="47091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news_motorsport.csv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224528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60C"/>
                </a:solidFill>
              </a:rPr>
              <a:t>→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35424" y="47091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10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actualites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760720" y="4709160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Table dédiée (nouvelle)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7/7  ·  Wild Code School — Projet 3  ·  Phase 1b : Web Scraping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Démarrage rapide — Commandes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11480" y="969264"/>
            <a:ext cx="8321040" cy="2743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INSTALLATION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8321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 beautifulsoup4 lxml cloudscraper pandas python-dotenv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700784"/>
            <a:ext cx="8321040" cy="274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LANCER LE SCRAPING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048256"/>
            <a:ext cx="83210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11480" y="2048256"/>
            <a:ext cx="4572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12064" y="2084832"/>
            <a:ext cx="457200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85216" y="2103120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01b_scraping.py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57216" y="210312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Tout scraper (tous les modules)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77440"/>
            <a:ext cx="8321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11480" y="2377440"/>
            <a:ext cx="4572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12064" y="2414016"/>
            <a:ext cx="457200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85216" y="2432304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01b_scraping.py champions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57216" y="243230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Champions du monde uniquement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706624"/>
            <a:ext cx="83210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11480" y="2706624"/>
            <a:ext cx="4572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12064" y="2743200"/>
            <a:ext cx="457200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85216" y="27614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01b_scraping.py pilotes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57216" y="2761488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Fiches pilotes Wikipedia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035808"/>
            <a:ext cx="8321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11480" y="3035808"/>
            <a:ext cx="4572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12064" y="3072384"/>
            <a:ext cx="457200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85216" y="3090672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01b_scraping.py circuits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57216" y="309067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Infos techniques circuits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364992"/>
            <a:ext cx="83210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11480" y="3364992"/>
            <a:ext cx="4572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512064" y="3401568"/>
            <a:ext cx="457200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85216" y="3419856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01b_scraping.py records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57216" y="3419856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Records all-time F1 (EN Wikipedia)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3694176"/>
            <a:ext cx="8321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11480" y="3694176"/>
            <a:ext cx="4572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512064" y="3730752"/>
            <a:ext cx="457200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85216" y="3749040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01b_scraping.py calendrier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57216" y="3749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Calendrier saison 2025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4023360"/>
            <a:ext cx="83210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11480" y="4023360"/>
            <a:ext cx="4572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512064" y="4059936"/>
            <a:ext cx="457200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85216" y="4078224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01b_scraping.py news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57216" y="407822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Actualités Motorsport.com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4352544"/>
            <a:ext cx="8321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411480" y="4352544"/>
            <a:ext cx="4572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512064" y="4389120"/>
            <a:ext cx="4572000" cy="21945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85216" y="440740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01b_scraping.py liste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57216" y="4407408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Afficher tous les scrapers disponibles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1480" y="470001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411480" y="4754880"/>
            <a:ext cx="8321040" cy="14630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12064" y="4764024"/>
            <a:ext cx="8211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Résultats sauvegardés dans  data/raw/[nom].csv  —  Prêts pour  02_nettoyage.py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1232</Words>
  <Application>Microsoft Office PowerPoint</Application>
  <PresentationFormat>Affichage à l'écran (16:9)</PresentationFormat>
  <Paragraphs>263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Scraping F1 — Version épurée</dc:title>
  <dc:subject>PptxGenJS Presentation</dc:subject>
  <dc:creator>PptxGenJS</dc:creator>
  <cp:lastModifiedBy>Adrien Rayssac</cp:lastModifiedBy>
  <cp:revision>2</cp:revision>
  <dcterms:created xsi:type="dcterms:W3CDTF">2026-03-10T15:52:25Z</dcterms:created>
  <dcterms:modified xsi:type="dcterms:W3CDTF">2026-03-11T14:03:11Z</dcterms:modified>
</cp:coreProperties>
</file>